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Advantecnia and Orad, and what we will present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manufacturer: experience, international presence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smart room is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systems – all on one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the core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Software: nurse station, wall screen and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emergency in toilets and corridor signalling.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the bedside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contactless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and 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product lines – for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project: the surgical ward at Yoseftal.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device on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install in every room and toilet.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flow in five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nurse call – expand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reasons to choose 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planning online – photos, plans and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6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5/en/" TargetMode="External"/><Relationship Id="rId2" Type="http://schemas.openxmlformats.org/officeDocument/2006/relationships/hyperlink" Target="https://alexjusid-jpg.github.io/planos/yoseftal_rev05/en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5/en/" TargetMode="External"/><Relationship Id="rId9" Type="http://schemas.openxmlformats.org/officeDocument/2006/relationships/hyperlink" Target="https://alexjusid-jpg.github.io/planos/yoseftal_rev05/en/" TargetMode="External"/><Relationship Id="rId10" Type="http://schemas.openxmlformats.org/officeDocument/2006/relationships/hyperlink" Target="https://alexjusid-jpg.github.io/planos/yoseftal_rev05/en/" TargetMode="External"/><Relationship Id="rId11" Type="http://schemas.openxmlformats.org/officeDocument/2006/relationships/hyperlink" Target="https://alexjusid-jpg.github.io/planos/yoseftal_rev05/en/" TargetMode="External"/><Relationship Id="rId12" Type="http://schemas.openxmlformats.org/officeDocument/2006/relationships/hyperlink" Target="https://alexjusid-jpg.github.io/planos/yoseftal_rev05/en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6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 · Eilat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call, communication, medical monitoring and location systems for hospitals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solutions – and what we will install in the surgical ward</a:t>
            </a:r>
            <a:endParaRPr lang="en-US" sz="1300" dirty="0"/>
          </a:p>
        </p:txBody>
      </p:sp>
      <p:pic>
        <p:nvPicPr>
          <p:cNvPr id="7" name="Image 2" descr="/home/claude/rev06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9164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– official distributor in Israel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69164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93776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348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technology for people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 with nurse call installed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0136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1109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9981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954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954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826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0799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per year</a:t>
            </a:r>
            <a:endParaRPr lang="en-US" sz="900" dirty="0"/>
          </a:p>
        </p:txBody>
      </p:sp>
      <p:pic>
        <p:nvPicPr>
          <p:cNvPr id="16" name="Image 0" descr="/home/claude/rev06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5528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and developer of IP healthcare products – based in Spain with a US branch</a:t>
            </a:r>
            <a:endParaRPr lang="en-US" sz="1100" dirty="0"/>
          </a:p>
        </p:txBody>
      </p:sp>
      <p:pic>
        <p:nvPicPr>
          <p:cNvPr id="18" name="Image 1" descr="/home/claude/rev06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5528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running in hospitals, clinics and assisted living across Europe and America</a:t>
            </a:r>
            <a:endParaRPr lang="en-US" sz="1100" dirty="0"/>
          </a:p>
        </p:txBody>
      </p:sp>
      <p:pic>
        <p:nvPicPr>
          <p:cNvPr id="20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95528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is the Advantecnia distributor in Israel, with local support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000" dirty="0"/>
          </a:p>
        </p:txBody>
      </p:sp>
      <p:pic>
        <p:nvPicPr>
          <p:cNvPr id="23" name="Image 3" descr="/home/claude/rev06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85216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9788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ROOM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Smart Room?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"Smart Room" is an advanced care environment that uses digital technology to improve patient care and make staff work more efficient.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enjoy a comfortable, personalized stay, and medical staff get tools that support their daily work.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6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84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follow-up of the patient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3464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6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44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3464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efficient staff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346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reaches the right person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6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alerts, day and night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69748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83464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6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644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83464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28346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Comfort, information and entertainment at the bed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29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6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4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– in one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2356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and communication</a:t>
            </a:r>
            <a:endParaRPr lang="en-US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62356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medical and environment monitoring</a:t>
            </a:r>
            <a:endParaRPr lang="en-US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62356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and screens for patient and staff</a:t>
            </a:r>
            <a:endParaRPr lang="en-US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2356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in toilets</a:t>
            </a:r>
            <a:endParaRPr lang="en-US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62356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automation</a:t>
            </a:r>
            <a:endParaRPr lang="en-US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62356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system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with buttons for nurse call, doctor call and intercom</a:t>
            </a:r>
            <a:endParaRPr lang="en-US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Ergonomic pear handset with LED light – also a night light</a:t>
            </a:r>
            <a:endParaRPr lang="en-US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buttons with raised marking for the visually impaired</a:t>
            </a:r>
            <a:endParaRPr lang="en-US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in toilets</a:t>
            </a:r>
            <a:endParaRPr lang="en-US" sz="1000" dirty="0"/>
          </a:p>
        </p:txBody>
      </p:sp>
      <p:pic>
        <p:nvPicPr>
          <p:cNvPr id="15" name="Image 6" descr="/home/claude/rev06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Complies with DIN VDE 0834-1:2016 safety standard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 every call in one view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02920" y="1325880"/>
            <a:ext cx="3108960" cy="2194560"/>
          </a:xfrm>
          <a:prstGeom prst="roundRect">
            <a:avLst>
              <a:gd name="adj" fmla="val 5833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417320"/>
            <a:ext cx="292608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1417320"/>
            <a:ext cx="2926080" cy="292608"/>
          </a:xfrm>
          <a:prstGeom prst="rect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· Surgery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14447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3232" y="1801368"/>
            <a:ext cx="45720" cy="31089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 · Bed B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1837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00:42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3232" y="2212848"/>
            <a:ext cx="45720" cy="31089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B3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2249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01:10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13232" y="2624328"/>
            <a:ext cx="45720" cy="310896"/>
          </a:xfrm>
          <a:prstGeom prst="rect">
            <a:avLst/>
          </a:prstGeom>
          <a:solidFill>
            <a:srgbClr val="1E9E3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1248" y="2587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770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in room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788920" y="2660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03:05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13232" y="3035808"/>
            <a:ext cx="45720" cy="310896"/>
          </a:xfrm>
          <a:prstGeom prst="rect">
            <a:avLst/>
          </a:prstGeom>
          <a:solidFill>
            <a:srgbClr val="8A8FA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41248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 · Bed A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3182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2788920" y="30723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10:21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tablet, iPad or All-in-One PC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9476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85876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93192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 · Surgery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93192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93192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49884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49884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06577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6577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93192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93192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49884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49884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6577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06577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379476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02336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07822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11480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114800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6966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en-US" sz="550" dirty="0"/>
          </a:p>
        </p:txBody>
      </p:sp>
      <p:sp>
        <p:nvSpPr>
          <p:cNvPr id="47" name="Text 44"/>
          <p:cNvSpPr txBox="1"/>
          <p:nvPr/>
        </p:nvSpPr>
        <p:spPr>
          <a:xfrm>
            <a:off x="416966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call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416966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 · Bed B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489204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app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9788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1" name="Image 1" descr="/home/claude/rev06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517904"/>
            <a:ext cx="201168" cy="201168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6345936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priority by type and urgency</a:t>
            </a:r>
            <a:endParaRPr lang="en-US" sz="1000" dirty="0"/>
          </a:p>
        </p:txBody>
      </p:sp>
      <p:pic>
        <p:nvPicPr>
          <p:cNvPr id="53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901952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6345936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to mobile terminals and phones</a:t>
            </a:r>
            <a:endParaRPr lang="en-US" sz="1000" dirty="0"/>
          </a:p>
        </p:txBody>
      </p:sp>
      <p:pic>
        <p:nvPicPr>
          <p:cNvPr id="55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286000"/>
            <a:ext cx="201168" cy="201168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6345936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phone or Android desk phone</a:t>
            </a:r>
            <a:endParaRPr lang="en-US" sz="1000" dirty="0"/>
          </a:p>
        </p:txBody>
      </p:sp>
      <p:pic>
        <p:nvPicPr>
          <p:cNvPr id="57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670048"/>
            <a:ext cx="201168" cy="201168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6345936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reports and charts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and indicator lights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– reachable even after a fall</a:t>
            </a:r>
            <a:endParaRPr lang="en-US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 at the room entrance – red, blue or green by alert type</a:t>
            </a:r>
            <a:endParaRPr lang="en-US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locally, even without communication with the central server</a:t>
            </a:r>
            <a:endParaRPr lang="en-US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 sign with the room number and its status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for patient and staff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by category: nurse, medication, food and drink, toilet, repositioning</a:t>
            </a:r>
            <a:endParaRPr lang="en-US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video calls with staff and family</a:t>
            </a:r>
            <a:endParaRPr lang="en-US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Entertainment, TV and medical information – with a personal access code</a:t>
            </a:r>
            <a:endParaRPr lang="en-US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outside the room: call status, intercom and tasks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– without contact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bed exit, falls and presence in the room</a:t>
            </a:r>
            <a:endParaRPr lang="en-US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breathing and sleep quality – no wires</a:t>
            </a:r>
            <a:endParaRPr lang="en-US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body sensor – up to 9 clinical parameters</a:t>
            </a:r>
            <a:endParaRPr lang="en-US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sensors: temperature, humidity, CO, CO2 and noise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562356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573328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573328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70866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19632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19632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ulcers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LOCATION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real-time location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6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16168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lock: Bluetooth, card, fingerprint or code</a:t>
            </a:r>
            <a:endParaRPr lang="en-US" sz="1000" dirty="0"/>
          </a:p>
        </p:txBody>
      </p:sp>
      <p:pic>
        <p:nvPicPr>
          <p:cNvPr id="10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916168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Cameras, access control and touch terminals</a:t>
            </a:r>
            <a:endParaRPr lang="en-US" sz="1000" dirty="0"/>
          </a:p>
        </p:txBody>
      </p:sp>
      <p:pic>
        <p:nvPicPr>
          <p:cNvPr id="12" name="Image 4" descr="/home/claude/rev06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 – tag, wristband or card</a:t>
            </a:r>
            <a:endParaRPr lang="en-US" sz="1000" dirty="0"/>
          </a:p>
        </p:txBody>
      </p:sp>
      <p:pic>
        <p:nvPicPr>
          <p:cNvPr id="15" name="Image 6" descr="/home/claude/rev06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and Bluetooth versions, with staff panic button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POTENTIAL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product 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6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43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51176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10128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6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689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4261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9943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5838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6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945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908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4768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6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201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3912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address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26187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6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3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436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lights and emergency buttons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551176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10128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6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642616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security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9943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5838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6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945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69087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64768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40664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6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201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73912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control and saving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50292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26187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6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43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9436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synchronization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2551176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310128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6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6689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2642616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 and entertainment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59943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535838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6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945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69087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management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664768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740664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6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3201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73912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at Yoseftal Medical Center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ward · AdvantCare nurse call system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3172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rooms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33172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6/a/bed3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positioned on the floor plan</a:t>
            </a:r>
            <a:endParaRPr lang="en-US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17220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21792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interactive plan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B3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2011680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2157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+ pear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154680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300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pull-cord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97680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443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440680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586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83680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729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in the surgical 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21608" y="1280160"/>
            <a:ext cx="1874520" cy="2578608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6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328" y="1325880"/>
            <a:ext cx="1783080" cy="2487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Curtained bed bay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767328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90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90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321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21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3357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3357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03097" y="175638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3097" y="1756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00253" y="1783643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00253" y="17836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24331" y="170233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24331" y="17023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7607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9788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8978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26364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panel at every bed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26364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wall, by the bed head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89788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8978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26364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 handset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26364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patient's reach, at every bed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89788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8978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26364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626364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toilets and shower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89788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8978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26364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626364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every door – visible from afar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589788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8978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626364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button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626364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door – the nurse marks arrival and closes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89788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8978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626364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nurse station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626364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in one place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call, from the patient to closure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6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calls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the pear or pulls the cord in the toilet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6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9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signals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 above the door turns 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480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6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31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is alerted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appears on the iPad with room and bed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7607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6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in the room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406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presence by the door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0664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6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15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866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70866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closed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care is done – logged in the history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AND TOMORROW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nurse call – grow into a smart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 now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from the bed and the corridor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6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in toilets and shower</a:t>
            </a:r>
            <a:endParaRPr lang="en-US" sz="950" dirty="0"/>
          </a:p>
        </p:txBody>
      </p:sp>
      <p:pic>
        <p:nvPicPr>
          <p:cNvPr id="12" name="Image 2" descr="/home/claude/rev06/a/i_LuArrowRigh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8620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added later, on the same infrastructure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8620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6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264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at every bed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88620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6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264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monitoring and fall prevention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88620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6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264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and equipment location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388620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6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1264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smart locks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ADVANTECNIA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choice for Yoseftal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6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879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 beds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proven in 400+ hospitals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4884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266090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6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99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4028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4028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9476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9476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0682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6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9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8620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ready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8620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3D model and images – every device in place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4068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4068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595274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6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639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partner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in Israel – installation, training and support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08660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08660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759866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6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59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7804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future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17804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infrastructure grows into a full smart room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approve and move forward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approval with the ward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site survey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installation plan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start-up and staff training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19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29768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distributor in Israel</a:t>
            </a:r>
            <a:endParaRPr lang="en-US" sz="950" dirty="0"/>
          </a:p>
        </p:txBody>
      </p:sp>
      <p:pic>
        <p:nvPicPr>
          <p:cNvPr id="22" name="Image 1" descr="/home/claude/rev06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1520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31520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the manufacturer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ward before installation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plan2d_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7472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6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93592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593592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Yoseftal planning is online, on any device: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6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53328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plans and wiring drawings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0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6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53328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and interactive 3D model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669280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6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53328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walkthrough video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669280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6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53328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 approved in advance</a:t>
            </a:r>
            <a:endParaRPr lang="en-US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66928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6/a/qr_en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65379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to view</a:t>
            </a:r>
            <a:endParaRPr lang="en-US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66928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66928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plan 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Yoseftal Medical Center</dc:title>
  <dc:subject>PptxGenJS Presentation</dc:subject>
  <dc:creator>PptxGenJS</dc:creator>
  <cp:lastModifiedBy>PptxGenJS</cp:lastModifiedBy>
  <cp:revision>1</cp:revision>
  <dcterms:created xsi:type="dcterms:W3CDTF">2026-10-26T09:30:01Z</dcterms:created>
  <dcterms:modified xsi:type="dcterms:W3CDTF">2026-10-26T09:30:01Z</dcterms:modified>
</cp:coreProperties>
</file>