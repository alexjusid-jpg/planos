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Advantecnia ואורד, ומה נציג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היצרן: ניסיון, נוכחות בינלאומית ותקנים.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מהו החדר החכם.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המערכות שלנו – לעבור על המספרים באיור.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לב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התוכנה: עמדת אחיות, אפליקציה ומסך קיר.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ושלטי חיווי.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טאבלט לחולה ולצוות.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ניטור ללא מגע. נתוני הירידה בנפילות ובפצעי לחץ.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ו-AdvantTrack.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סדרות מוצרים נוספות – הפוטנציאל המלא.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חלק 2: הפרויקט ביוספטל.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תוכנית המחלקה ומיקום ההתקנים.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נתקין בכל חדר.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מסלול קריאה.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היום AdvantCare – ובהמשך מודולים נוספים באותה תשתית.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למה Advantecnia: חמש סיבות לבחור בנו.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סגירה: לבקש אישור להתקדם ולקבוע סקר אתר. תודה.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(אופציונלי): QR לתוכניות, למודל ולסיור.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Ph" Type="http://schemas.openxmlformats.org/officeDocument/2006/relationships/image" Target="../media/photo-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Ph" Type="http://schemas.openxmlformats.org/officeDocument/2006/relationships/image" Target="../media/photo-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Ph" Type="http://schemas.openxmlformats.org/officeDocument/2006/relationships/image" Target="../media/photo-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Ph" Type="http://schemas.openxmlformats.org/officeDocument/2006/relationships/image" Target="../media/photo-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Ph" Type="http://schemas.openxmlformats.org/officeDocument/2006/relationships/image" Target="../media/photo-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Ph" Type="http://schemas.openxmlformats.org/officeDocument/2006/relationships/image" Target="../media/photo-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Ph" Type="http://schemas.openxmlformats.org/officeDocument/2006/relationships/image" Target="../media/photo-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Ph" Type="http://schemas.openxmlformats.org/officeDocument/2006/relationships/image" Target="../media/photo-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Ph" Type="http://schemas.openxmlformats.org/officeDocument/2006/relationships/image" Target="../media/photo-12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hyperlink" Target="https://alexjusid-jpg.github.io/planos/yoseftal_rev05/he/" TargetMode="External"/><Relationship Id="rId4" Type="http://schemas.openxmlformats.org/officeDocument/2006/relationships/hyperlink" Target="https://alexjusid-jpg.github.io/planos/yoseftal_rev05/he/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Ph" Type="http://schemas.openxmlformats.org/officeDocument/2006/relationships/image" Target="../media/photo-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hyperlink" Target="https://alexjusid-jpg.github.io/planos/yoseftal_rev05/he/" TargetMode="External"/><Relationship Id="rId5" Type="http://schemas.openxmlformats.org/officeDocument/2006/relationships/hyperlink" Target="https://alexjusid-jpg.github.io/planos/yoseftal_rev05/he/" TargetMode="External"/><Relationship Id="rId6" Type="http://schemas.openxmlformats.org/officeDocument/2006/relationships/hyperlink" Target="https://alexjusid-jpg.github.io/planos/yoseftal_rev05/he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333375" y="1666875"/>
            <a:ext cx="4381500" cy="2464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3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381000" y="1952625"/>
            <a:ext cx="4238625" cy="2383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4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3810000" y="1571625"/>
            <a:ext cx="509587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5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095750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7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095750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8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095750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9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095750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0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095750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2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381000" y="2524125"/>
            <a:ext cx="2905125" cy="1633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he/s13_btn.png">
            <a:hlinkClick r:id="rId3" tooltip="Smart Room – מרכז רפואי יוספטל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85825"/>
            <a:ext cx="2238375" cy="342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6775" y="8858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Smart Room – מרכז רפואי יוספט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פתיחת התוכניות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4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286250" y="1666875"/>
            <a:ext cx="4619625" cy="2597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he/s19_link.png">
            <a:hlinkClick r:id="rId3" tooltip="Smart Room – מרכז רפואי יוספטל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129855"/>
            <a:ext cx="2762250" cy="847725"/>
          </a:xfrm>
          <a:prstGeom prst="rect">
            <a:avLst/>
          </a:prstGeom>
        </p:spPr>
      </p:pic>
      <p:pic>
        <p:nvPicPr>
          <p:cNvPr id="4" name="Image 2" descr="png/he/s19_btn.png">
            <a:hlinkClick r:id="rId5" tooltip="Smart Room – מרכז רפואי יוספטל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063305"/>
            <a:ext cx="2762250" cy="36195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85825" y="4063305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Smart Room – מרכז רפואי יוספט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פתיחת התוכניות והמודל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מרכז רפואי יוספטל</dc:title>
  <dc:subject>PptxGenJS Presentation</dc:subject>
  <dc:creator>Orad · Advantecnia</dc:creator>
  <cp:lastModifiedBy>Orad · Advantecnia</cp:lastModifiedBy>
  <cp:revision>1</cp:revision>
  <dcterms:created xsi:type="dcterms:W3CDTF">2026-10-21T19:38:17Z</dcterms:created>
  <dcterms:modified xsi:type="dcterms:W3CDTF">2026-10-21T19:38:17Z</dcterms:modified>
</cp:coreProperties>
</file>