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Advantecnia and Orad, and what we present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manufacturer: experience, international presence and standards.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the Smart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systems – walk through the numbers on the illustration.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the heart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Software: nurse station, app and wall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and indicator lights.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tablet for patient and staff.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contactless monitoring. Reduction in falls and pressure ulcers.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and 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product lines – the full potential.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2: the Yoseftal project.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Ward plan and device positions.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we install in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call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Today AdvantCare – later more modules on the same infrastructure.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Advantecnia: five reasons to choose 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ask for approval to proceed and set the site survey date.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Appendix (optional): QR to the plans, model and walkthrough.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Ph" Type="http://schemas.openxmlformats.org/officeDocument/2006/relationships/image" Target="../media/photo-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Ph" Type="http://schemas.openxmlformats.org/officeDocument/2006/relationships/image" Target="../media/photo-3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Ph" Type="http://schemas.openxmlformats.org/officeDocument/2006/relationships/image" Target="../media/photo-4.png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Ph" Type="http://schemas.openxmlformats.org/officeDocument/2006/relationships/image" Target="../media/photo-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Ph" Type="http://schemas.openxmlformats.org/officeDocument/2006/relationships/image" Target="../media/photo-7.png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Ph" Type="http://schemas.openxmlformats.org/officeDocument/2006/relationships/image" Target="../media/photo-8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Ph" Type="http://schemas.openxmlformats.org/officeDocument/2006/relationships/image" Target="../media/photo-9.png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Ph" Type="http://schemas.openxmlformats.org/officeDocument/2006/relationships/image" Target="../media/photo-1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Ph" Type="http://schemas.openxmlformats.org/officeDocument/2006/relationships/image" Target="../media/photo-12.png"/></Relationships>
</file>

<file path=ppt/slides/_rels/slide13.xml.rels><?xml version="1.0" encoding="UTF-8" standalone="yes"?>
<Relationships xmlns="http://schemas.openxmlformats.org/package/2006/relationships"><Relationship Id="rId3" Type="http://schemas.openxmlformats.org/officeDocument/2006/relationships/hyperlink" Target="https://alexjusid-jpg.github.io/planos/yoseftal_rev05/en/" TargetMode="External"/><Relationship Id="rId4" Type="http://schemas.openxmlformats.org/officeDocument/2006/relationships/hyperlink" Target="https://alexjusid-jpg.github.io/planos/yoseftal_rev05/en/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Relationship Id="rIdPh" Type="http://schemas.openxmlformats.org/officeDocument/2006/relationships/image" Target="../media/photo-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
<Relationships xmlns="http://schemas.openxmlformats.org/package/2006/relationships"><Relationship Id="rId3" Type="http://schemas.openxmlformats.org/officeDocument/2006/relationships/hyperlink" Target="https://alexjusid-jpg.github.io/planos/yoseftal_rev05/en/" TargetMode="External"/><Relationship Id="rId5" Type="http://schemas.openxmlformats.org/officeDocument/2006/relationships/hyperlink" Target="https://alexjusid-jpg.github.io/planos/yoseftal_rev05/en/" TargetMode="External"/><Relationship Id="rId6" Type="http://schemas.openxmlformats.org/officeDocument/2006/relationships/hyperlink" Target="https://alexjusid-jpg.github.io/planos/yoseftal_rev05/en/" TargetMode="External"/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4" Type="http://schemas.openxmlformats.org/officeDocument/2006/relationships/image" Target="../media/image-19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429125" y="1666875"/>
            <a:ext cx="4381500" cy="246459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3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4524375" y="1952625"/>
            <a:ext cx="4238625" cy="2383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4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238125" y="1571625"/>
            <a:ext cx="5095875" cy="28670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5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238125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7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238125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8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238125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9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238125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0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238125" y="1666875"/>
            <a:ext cx="4810125" cy="2705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2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5857875" y="2524125"/>
            <a:ext cx="2905125" cy="163353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en/s13_btn.png">
            <a:hlinkClick r:id="rId3" tooltip="Smart Room – Yoseftal Medical Center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885825"/>
            <a:ext cx="2238375" cy="3429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6496050" y="885825"/>
            <a:ext cx="1781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Smart Room – Yoseftal Medical Cen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plans &amp; 3D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90" name="Foto 14" descr="Foto realista con equipos Advantecnia"/>
          <p:cNvPicPr>
            <a:picLocks noChangeAspect="1"/>
          </p:cNvPicPr>
          <p:nvPr/>
        </p:nvPicPr>
        <p:blipFill>
          <a:blip r:embed="rIdPh"/>
          <a:stretch>
            <a:fillRect/>
          </a:stretch>
        </p:blipFill>
        <p:spPr>
          <a:xfrm>
            <a:off x="238125" y="1666875"/>
            <a:ext cx="4619625" cy="259794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Yoseftal Medical Center – 1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en/s19_link.png">
            <a:hlinkClick r:id="rId3" tooltip="Smart Room – Yoseftal Medical Center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7875" y="3402211"/>
            <a:ext cx="2762250" cy="847725"/>
          </a:xfrm>
          <a:prstGeom prst="rect">
            <a:avLst/>
          </a:prstGeom>
        </p:spPr>
      </p:pic>
      <p:pic>
        <p:nvPicPr>
          <p:cNvPr id="4" name="Image 2" descr="png/en/s19_btn.png">
            <a:hlinkClick r:id="rId5" tooltip="Smart Room – Yoseftal Medical Center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875" y="4335661"/>
            <a:ext cx="2762250" cy="36195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5972175" y="4335661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Smart Room – Yoseftal Medical Center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plans &amp; 3D model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Yoseftal Medical Center</dc:title>
  <dc:subject>PptxGenJS Presentation</dc:subject>
  <dc:creator>Orad · Advantecnia</dc:creator>
  <cp:lastModifiedBy>Orad · Advantecnia</cp:lastModifiedBy>
  <cp:revision>1</cp:revision>
  <dcterms:created xsi:type="dcterms:W3CDTF">2026-10-21T19:38:17Z</dcterms:created>
  <dcterms:modified xsi:type="dcterms:W3CDTF">2026-10-21T19:38:17Z</dcterms:modified>
</cp:coreProperties>
</file>