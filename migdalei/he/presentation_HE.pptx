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44913bb2-387c-d7e9-0ac5-963e8dae3416}">
          <p14:sldIdLst>
            <p14:sldId id="256"/>
            <p14:sldId id="257"/>
          </p14:sldIdLst>
        </p14:section>
        <p14:section name="Planos 2D" id="{23b9ea50-09d0-e363-a7fc-c65c3062bda3}">
          <p14:sldIdLst>
            <p14:sldId id="258"/>
            <p14:sldId id="259"/>
          </p14:sldIdLst>
        </p14:section>
        <p14:section name="Departamentos" id="{15e76752-4fcd-8c00-04d3-eadca544d1d2}">
          <p14:sldIdLst>
            <p14:sldId id="260"/>
            <p14:sldId id="261"/>
          </p14:sldIdLst>
        </p14:section>
        <p14:section name="Planta baja" id="{c6e0e466-0fd2-d820-2173-2d9b0804f7cd}">
          <p14:sldIdLst>
            <p14:sldId id="262"/>
          </p14:sldIdLst>
        </p14:section>
        <p14:section name="Sistema" id="{6717cc11-2206-cc74-959c-7ad52414abb3}">
          <p14:sldIdLst>
            <p14:sldId id="263"/>
            <p14:sldId id="264"/>
            <p14:sldId id="265"/>
          </p14:sldIdLst>
        </p14:section>
        <p14:section name="Entregables" id="{76a4aa5b-f41f-86cc-bd01-9d48561779c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dist/HE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HE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dist/HE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HE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dist/HE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HE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בקבלה עם טלפון שולחני אנדרואיד ACE52190200. מאחוריה המשרד עם השרת ACE51010103. 2 שירותים ציבוריים עם משיכת חבל ומנורת מסדרון.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Buscomm בארון הקומה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← מתג PoE של הקומה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שיחה קולית בטלפון האנדרואיד בעמדה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1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ACE51010103 · טלפון אנדרואיד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1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1880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 גיליונות A1: קומה טיפוסית,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2026-10-15T12:37:31Z</dcterms:created>
  <dcterms:modified xsi:type="dcterms:W3CDTF">2026-10-15T12:37:31Z</dcterms:modified>
</cp:coreProperties>
</file>