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9d60decf-eec2-3c73-7079-977887555285}">
          <p14:sldIdLst>
            <p14:sldId id="256"/>
            <p14:sldId id="257"/>
            <p14:sldId id="258"/>
            <p14:sldId id="259"/>
          </p14:sldIdLst>
        </p14:section>
        <p14:section name="Planos 2D" id="{f876a7ff-b0b4-27d4-aee1-302bdb81f306}">
          <p14:sldIdLst>
            <p14:sldId id="260"/>
            <p14:sldId id="261"/>
          </p14:sldIdLst>
        </p14:section>
        <p14:section name="Departamentos" id="{7c9ce829-c828-9a89-e38c-48001f92e99f}">
          <p14:sldIdLst>
            <p14:sldId id="262"/>
            <p14:sldId id="263"/>
          </p14:sldIdLst>
        </p14:section>
        <p14:section name="Planta baja" id="{f2c52286-ebdb-bb59-80c2-7ba9aeb7fbe5}">
          <p14:sldIdLst>
            <p14:sldId id="264"/>
          </p14:sldIdLst>
        </p14:section>
        <p14:section name="Sistema" id="{4d6b1118-84f4-07ed-d072-f709a249fa77}">
          <p14:sldIdLst>
            <p14:sldId id="265"/>
            <p14:sldId id="266"/>
            <p14:sldId id="267"/>
          </p14:sldIdLst>
        </p14:section>
        <p14:section name="Entregables" id="{b1c532b3-c9b8-7d30-00db-38916d33db1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יחידה מרכזית, מרכזים וטלפון העמדה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התקנים ← LCom (רדיאלי) ← BoxCom (באס) ← מתג PoE ← שרת · הטלפון מחובר ישירות למתג ה-PoE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טלפון העמדה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אנדרואיד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שרת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ארון קרקע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מתג PoE 24 יציאות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ארונות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תקרת כל דירה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תקרה, מחבר כמה דירות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טלפון העמדה: איזה צבע מוצג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אזעקה (משיכה / SOS) ← אדום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פעם אחת: נוכחות ← ירוק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שוב ← ביטול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כחול: קריאת רופא ← כחול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שיחה קולית ← צהוב / כתום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dist/HE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HE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dist/HE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HE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dist/HE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HE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עם טלפון Grandstream אנדרואיד (PoE ישירות למתג): אזעקה באדום, נוכחות בירוק, רופא בכחול ושיחה קולית בכתום. מאחור, הארון עם שרת Buslogic Premium ומתג PoE D-Link.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BoxCom בתקרה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← מתג PoE D-Link בארון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Buslogic בקרקע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טלפון העמדה (PoE) מציג כל קריאה בצבע שלה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3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(תקרה)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Buslogic Premium · טלפון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גיליונות A1: קומה טיפוסית,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2026-10-15T19:21:21Z</dcterms:created>
  <dcterms:modified xsi:type="dcterms:W3CDTF">2026-10-15T19:21:21Z</dcterms:modified>
</cp:coreProperties>
</file>