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e7e238d7-46a3-0406-582e-50af27b19fe8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6b38fb42-fd3b-622d-a664-798a181fc0f2}">
          <p14:sldIdLst>
            <p14:sldId id="261"/>
            <p14:sldId id="262"/>
          </p14:sldIdLst>
        </p14:section>
        <p14:section name="Departamentos" id="{9c4690f8-1357-8903-70df-f55e32e86554}">
          <p14:sldIdLst>
            <p14:sldId id="263"/>
            <p14:sldId id="264"/>
          </p14:sldIdLst>
        </p14:section>
        <p14:section name="Planta baja" id="{11b0ae47-d0d2-ec34-4139-fa65c3637eea}">
          <p14:sldIdLst>
            <p14:sldId id="265"/>
          </p14:sldIdLst>
        </p14:section>
        <p14:section name="Sistema" id="{c076b191-9180-c9ec-3818-84367e73939a}">
          <p14:sldIdLst>
            <p14:sldId id="266"/>
            <p14:sldId id="267"/>
            <p14:sldId id="268"/>
          </p14:sldIdLst>
        </p14:section>
        <p14:section name="Entregables" id="{c82d4a43-798f-5848-accb-13304247f23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יחידה מרכזית, מרכזים וטלפון העמדה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התקנים ← LCom (רדיאלי) ← BoxCom (באס) ← מתג PoE ← שרת · הטלפון מחובר ישירות למתג ה-PoE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טלפון העמדה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אנדרואיד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שרת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ארון קרקע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מתג PoE 24 יציאות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ארונות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תקרת כל דירה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תקרה, מחבר כמה דירות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טלפון העמדה: איזה צבע מוצג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אזעקה (משיכה / SOS) ← אדום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פעם אחת: נוכחות ← ירוק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שוב ← ביטול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כחול: קריאת רופא ← כחול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שיחה קולית ← צהוב / כתום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רינדורים פוטוריאליסטיים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אור אמיתי עם החזרים (Cycles): סלון, חדר שינה, חדר רחצה, כניסה, חדר משותף ועמדת אחות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t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dist/HE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HE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dist/HE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HE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dist/HE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HE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עם טלפון Grandstream אנדרואיד (PoE ישירות למתג): אזעקה באדום, נוכחות בירוק, רופא בכחול ושיחה קולית בכתום. מאחור, הארון עם שרת Buslogic Premium ומתג PoE D-Link.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BoxCom בתקרה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← מתג PoE D-Link בארון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Buslogic בקרקע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טלפון העמדה (PoE) מציג כל קריאה בצבע שלה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(תקרה)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Buslogic Premium · טלפון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גיליונות A1: קומה טיפוסית, רינדורים פוטוריאליסטיים,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2026-10-20T23:02:06Z</dcterms:created>
  <dcterms:modified xsi:type="dcterms:W3CDTF">2026-10-20T23:02:06Z</dcterms:modified>
</cp:coreProperties>
</file>