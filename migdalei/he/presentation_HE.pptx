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e5571f4e-6faf-eb68-c8cc-7f004ed22e86}">
          <p14:sldIdLst>
            <p14:sldId id="256"/>
            <p14:sldId id="257"/>
            <p14:sldId id="258"/>
          </p14:sldIdLst>
        </p14:section>
        <p14:section name="Planos 2D" id="{96e472a3-4255-b451-8de1-51886acaf1bb}">
          <p14:sldIdLst>
            <p14:sldId id="259"/>
            <p14:sldId id="260"/>
          </p14:sldIdLst>
        </p14:section>
        <p14:section name="Departamentos" id="{8658b466-1402-7da6-1b5f-0222dd1965e7}">
          <p14:sldIdLst>
            <p14:sldId id="261"/>
            <p14:sldId id="262"/>
          </p14:sldIdLst>
        </p14:section>
        <p14:section name="Planta baja" id="{43c1542e-387d-6773-5543-dae2f4a24876}">
          <p14:sldIdLst>
            <p14:sldId id="263"/>
          </p14:sldIdLst>
        </p14:section>
        <p14:section name="Sistema" id="{37bc5697-4622-04f2-c941-21f488ee1aa4}">
          <p14:sldIdLst>
            <p14:sldId id="264"/>
            <p14:sldId id="265"/>
            <p14:sldId id="266"/>
          </p14:sldIdLst>
        </p14:section>
        <p14:section name="Entregables" id="{6d1df4d3-b823-6262-31fb-401aee739fea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מגדלי ים התיכון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דיור מוגן · קומת קרקע + 8 קומות · 32 דירות</a:t>
            </a:r>
            <a:endParaRPr lang="en-US" sz="1600" dirty="0"/>
          </a:p>
          <a:p>
            <a:pPr rtl="1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קריאת אחות ACE BG · Advantecnia על התוכנית האמיתית של הבניין</a:t>
            </a:r>
            <a:endParaRPr lang="en-US" sz="1600" dirty="0"/>
          </a:p>
        </p:txBody>
      </p:sp>
      <p:pic>
        <p:nvPicPr>
          <p:cNvPr id="4" name="render portada" descr="/home/claude/mig2/dist/HE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אוקטובר 2026 · מהדורה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הפרויקט במספרים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קומות זהות: 2 דירות חדר שינה אחד ו-2 דירות שני חדרי שינה בכל קומה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דירות (4 בכל קומה)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פנלים קוליים עם לחצנים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משיכות חבל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שירותים ציבוריים עם משיכת חבל ומנורת מסדרון</a:t>
            </a:r>
            <a:endParaRPr lang="en-US" sz="1400" dirty="0"/>
          </a:p>
        </p:txBody>
      </p:sp>
      <p:pic>
        <p:nvPicPr>
          <p:cNvPr id="16" name="planta miniatura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הציוד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תמונות ייחוס של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משיכת חבל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מ'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טאבלט בכניסה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אנדרואיד · 1.40 מ'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מנורת מסדרון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שירותים ציבוריים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פנל קולי עם לחצנים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סלון וחדרי שינה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1–8 – קריאת אחות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על התוכנית האדריכלית L5: טאבלט בכניסה, פנל קולי בסלון ובחדרי השינה, משיכות חבל בכל חדרי הרחצה</a:t>
            </a:r>
            <a:endParaRPr lang="en-US" sz="1500" dirty="0"/>
          </a:p>
        </p:txBody>
      </p:sp>
      <p:pic>
        <p:nvPicPr>
          <p:cNvPr id="4" name="planta equipamiento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– חיווט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ירוק · Cat6 רדיאלי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כתום · שרשרת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אדום · רשת ועמוד</a:t>
            </a:r>
            <a:endParaRPr lang="en-US" sz="1300" dirty="0"/>
          </a:p>
        </p:txBody>
      </p:sp>
      <p:pic>
        <p:nvPicPr>
          <p:cNvPr id="9" name="planta cableado" descr="/home/claude/mig2/dist/HE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בכניסה ובסלון</a:t>
            </a:r>
            <a:endParaRPr lang="en-US" sz="3000" dirty="0"/>
          </a:p>
        </p:txBody>
      </p:sp>
      <p:pic>
        <p:nvPicPr>
          <p:cNvPr id="3" name="render tablet" descr="/home/claude/mig2/dist/HE/renders/m3d_04_tabl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dist/HE/renders/m3d_03_sal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טאבלט בכניסה לכל דירה (iPad / אנדרואיד, 1.40 מ'): קריאה ודיבור עם האחות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פנל קריאה קולי עם לחצנים ACE82182451 בסלון (1.30 מ')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בתקרת המבואה: מרכז את כל הדירה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x01 ו-x02: חדר שינה אחד, סלון עם מטבח ו-2 חדרי רחצה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x03 ו-x04: 2 חדרי שינה ו-2 חדרי רחצה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חדרי שינה וחדרי רחצה</a:t>
            </a:r>
            <a:endParaRPr lang="en-US" sz="3000" dirty="0"/>
          </a:p>
        </p:txBody>
      </p:sp>
      <p:pic>
        <p:nvPicPr>
          <p:cNvPr id="3" name="render dormitorio" descr="/home/claude/mig2/dist/HE/renders/m3d_05_dormito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dist/HE/renders/m3d_06_ban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פנל קולי עם לחצנים בכל חדר שינה, עם אגס קריאה ליד המיטה.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משיכות חבל ACE40320303W באסלה ובמקלחת בכל חדרי הרחצה, בגובה 1.85 מ'.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קומת קרקע: קבלה עם עמדת אחות</a:t>
            </a:r>
            <a:endParaRPr lang="en-US" sz="3000" dirty="0"/>
          </a:p>
        </p:txBody>
      </p:sp>
      <p:pic>
        <p:nvPicPr>
          <p:cNvPr id="3" name="render PB" descr="/home/claude/mig2/dist/HE/renders/m3d_09_p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dist/HE/renders/m3d_07_de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עמדת אחות בקבלה עם טלפון שולחני אנדרואיד ACE52190200. מאחוריה המשרד עם השרת ACE51010103. 2 שירותים ציבוריים עם משיכת חבל ומנורת מסדרון. פריסה מוצעת: תעודכן לפי תוכנית הקרקע של האדריכל.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טופולוגיה: מהדירה לעמדת האחות</a:t>
            </a:r>
            <a:endParaRPr lang="en-US" sz="3000" dirty="0"/>
          </a:p>
        </p:txBody>
      </p:sp>
      <p:pic>
        <p:nvPicPr>
          <p:cNvPr id="3" name="topologia" descr="/home/claude/mig2/dist/HE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הדייר קורא מהטאבלט, מהפנל או ממשיכת החבל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רדיאלי עד ה-LCom של הדירה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← LCom ← Buscomm בארון הקומה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Buscomm ← מתג PoE של הקומה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מתגים דרך העמוד ← שרת קרקע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שיחה קולית בטלפון האנדרואיד בעמדה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חיווט בתלת-ממד והבניין</a:t>
            </a:r>
            <a:endParaRPr lang="en-US" sz="3000" dirty="0"/>
          </a:p>
        </p:txBody>
      </p:sp>
      <p:pic>
        <p:nvPicPr>
          <p:cNvPr id="3" name="render cableado" descr="/home/claude/mig2/dist/HE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HE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רדיאלי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כל התקן בדירה ל-LCom שלה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בשרשרת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← x04 ← שירותים ציבוריים · x02 ←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רשת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Buscomm ← מתג ← עמוד ← שרת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רשימת חומרים – כל הבניין</a:t>
            </a:r>
            <a:endParaRPr lang="en-US" sz="3000" dirty="0"/>
          </a:p>
        </p:txBody>
      </p:sp>
      <p:graphicFrame>
        <p:nvGraphicFramePr>
          <p:cNvPr id="12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התקן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כמות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טאבלט בכניסה (iPad / אנדרואיד)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פנל קולי עם לחצנים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משיכת חבל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מנורת מסדרון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Buscomm · ACE70810000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מתג PoE · ACEUCM6302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שרת ACE51010103 · טלפון אנדרואיד ACE52190200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כבל (8 קומות + קרקע + 15%)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מטרים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רדיאלי (ירוק)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שרשרת LCom (כתום)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רשת + עמוד (אדום)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כמויות ראשוניות: לאמת מול Advantecnia ובאתר.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תוצרי הפרויקט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11 גיליונות A1: קומה טיפוסית, ציוד עם תמונות, סימוני הלקוח, חיווט, דירות, קומת קרקע, תרשים אנכי, חומרים ותלת-ממד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שרטוט CAD של הקומה הטיפוסית והקרקע עם שכבות לפי מערכת; ב-AutoCAD שומרים כ-DWG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מודל BIM של הבניין (קרקע + 8 קומות) ל-Revit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צופה אינטרנטי: ציוד / חיווט, הליכה, «עבור אל…» וכפתור מסמכים לצפייה והורדה של הכול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סרטון סיור עם כיתוביות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מצגת זו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2026-10-15T16:03:20Z</dcterms:created>
  <dcterms:modified xsi:type="dcterms:W3CDTF">2026-10-15T16:03:20Z</dcterms:modified>
</cp:coreProperties>
</file>