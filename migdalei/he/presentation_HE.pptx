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5c8e6d8c-32c1-bce4-43db-65c52ff0714e}">
          <p14:sldIdLst>
            <p14:sldId id="256"/>
            <p14:sldId id="257"/>
            <p14:sldId id="258"/>
          </p14:sldIdLst>
        </p14:section>
        <p14:section name="Planos 2D" id="{c49bf3b4-6fda-88d9-4dc6-0413e4bc2d6c}">
          <p14:sldIdLst>
            <p14:sldId id="259"/>
            <p14:sldId id="260"/>
          </p14:sldIdLst>
        </p14:section>
        <p14:section name="Departamentos" id="{4c6db268-11cf-8d8b-7a5c-9cb01bab8ecb}">
          <p14:sldIdLst>
            <p14:sldId id="261"/>
            <p14:sldId id="262"/>
          </p14:sldIdLst>
        </p14:section>
        <p14:section name="Planta baja" id="{62d965ab-5f0a-4dff-349a-91e586954c61}">
          <p14:sldIdLst>
            <p14:sldId id="263"/>
          </p14:sldIdLst>
        </p14:section>
        <p14:section name="Sistema" id="{d81af225-5686-b168-04cd-d7341ead7641}">
          <p14:sldIdLst>
            <p14:sldId id="264"/>
            <p14:sldId id="265"/>
            <p14:sldId id="266"/>
          </p14:sldIdLst>
        </p14:section>
        <p14:section name="Entregables" id="{ab52b4da-c7c6-f7da-6720-1df50d22b19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dist/HE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HE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dist/HE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HE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dist/HE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HE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בקבלה עם טלפון שולחני אנדרואיד ACE52190200. מאחוריה המשרד עם השרת ACE51010103. 2 שירותים ציבוריים עם משיכת חבל ומנורת מסדרון.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Buscomm בארון הקומה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← מתג PoE של הקומה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שיחה קולית בטלפון האנדרואיד בעמדה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ACE51010103 · טלפון אנדרואיד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גיליונות A1: קומה טיפוסית,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2026-10-15T17:23:33Z</dcterms:created>
  <dcterms:modified xsi:type="dcterms:W3CDTF">2026-10-15T17:23:33Z</dcterms:modified>
</cp:coreProperties>
</file>