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c68b8963-7886-6f96-08d9-92a465814d90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55e08d21-8374-50fe-4f9b-8d79a9ff72e0}">
          <p14:sldIdLst>
            <p14:sldId id="261"/>
            <p14:sldId id="262"/>
          </p14:sldIdLst>
        </p14:section>
        <p14:section name="Departamentos" id="{85acb779-0b56-7bd4-2e8f-01786d2a8176}">
          <p14:sldIdLst>
            <p14:sldId id="263"/>
            <p14:sldId id="264"/>
          </p14:sldIdLst>
        </p14:section>
        <p14:section name="Planta baja" id="{5736d7e3-69fd-6f7a-84f8-6cae9742ca16}">
          <p14:sldIdLst>
            <p14:sldId id="265"/>
          </p14:sldIdLst>
        </p14:section>
        <p14:section name="Sistema" id="{efcd9ae0-0a76-64de-0ead-3bca8f666b36}">
          <p14:sldIdLst>
            <p14:sldId id="266"/>
            <p14:sldId id="267"/>
            <p14:sldId id="268"/>
          </p14:sldIdLst>
        </p14:section>
        <p14:section name="Entregables" id="{dda4bd9a-2b0e-ca75-88bf-7cfebf8cef8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מגדלי ים התיכון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דיור מוגן · קומת קרקע + 8 קומות · 32 דירות</a:t>
            </a:r>
            <a:endParaRPr lang="en-US" sz="1600" dirty="0"/>
          </a:p>
          <a:p>
            <a:pPr rtl="1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קריאת אחות ACE BG · Advantecnia על התוכנית האמיתית של הבניין</a:t>
            </a:r>
            <a:endParaRPr lang="en-US" sz="1600" dirty="0"/>
          </a:p>
        </p:txBody>
      </p:sp>
      <p:pic>
        <p:nvPicPr>
          <p:cNvPr id="4" name="render portada" descr="/home/claude/mig2/dist/HE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אוקטובר 2026 · מהדורה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הפרויקט במספרים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קומות זהות: 2 דירות חדר שינה אחד ו-2 דירות שני חדרי שינה בכל קומה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דירות (4 בכל קומה)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פנלים קוליים עם לחצנים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משיכות חבל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שירותים ציבוריים עם משיכת חבל ומנורת מסדרון</a:t>
            </a:r>
            <a:endParaRPr lang="en-US" sz="1400" dirty="0"/>
          </a:p>
        </p:txBody>
      </p:sp>
      <p:pic>
        <p:nvPicPr>
          <p:cNvPr id="16" name="planta miniatura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הציוד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תמונות ייחוס של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משיכת חבל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מ'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טאבלט בכניסה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אנדרואיד · 1.40 מ'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מנורת מסדרון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שירותים ציבוריים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פנל קולי עם לחצנים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סלון וחדרי שינה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יחידה מרכזית, מרכזים וטלפון העמדה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התקנים ← LCom (רדיאלי) ← BoxCom (באס) ← מתג PoE ← שרת · הטלפון מחובר ישירות למתג ה-PoE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טלפון העמדה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אנדרואיד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שרת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ארון קרקע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מתג PoE 24 יציאות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ארונות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תקרת כל דירה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תקרה, מחבר כמה דירות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טלפון העמדה: איזה צבע מוצג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אזעקה (משיכה / SOS) ← אדום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פעם אחת: נוכחות ← ירוק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ירוק שוב ← ביטול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כחול: קריאת רופא ← כחול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שיחה קולית ← צהוב / כתום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רינדורים פוטוריאליסטיים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אור אמיתי עם החזרים (Cycles): סלון, חדר שינה, חדרי רחצה, חדר משותף ועמדת אחות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1–8 – קריאת אחות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על התוכנית האדריכלית L5: טאבלט בכניסה, פנל קולי בסלון ובחדרי השינה, משיכות חבל בכל חדרי הרחצה</a:t>
            </a:r>
            <a:endParaRPr lang="en-US" sz="1500" dirty="0"/>
          </a:p>
        </p:txBody>
      </p:sp>
      <p:pic>
        <p:nvPicPr>
          <p:cNvPr id="4" name="planta equipamiento" descr="/home/claude/mig2/dist/HE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קומה טיפוסית – חיווט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ירוק · Cat6 רדיאלי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כתום · שרשרת LCom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אדום · רשת ועמוד</a:t>
            </a:r>
            <a:endParaRPr lang="en-US" sz="1300" dirty="0"/>
          </a:p>
        </p:txBody>
      </p:sp>
      <p:pic>
        <p:nvPicPr>
          <p:cNvPr id="9" name="planta cableado" descr="/home/claude/mig2/dist/HE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בכניסה ובסלון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טאבלט בכניסה לכל דירה (iPad / אנדרואיד, 1.40 מ'): קריאה ודיבור עם האחות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פנל קריאה קולי עם לחצנים ACE82182451 בסלון (1.30 מ')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בתקרת המבואה: מרכז את כל הדירה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x01 ו-x02: חדר שינה אחד, סלון עם מטבח ו-2 חדרי רחצה</a:t>
            </a:r>
            <a:endParaRPr lang="en-US" sz="1500" dirty="0"/>
          </a:p>
          <a:p>
            <a:pPr rtl="1"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דירות x03 ו-x04: 2 חדרי שינה ו-2 חדרי רחצה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חדרי שינה וחדרי רחצה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פנל קולי עם לחצנים בכל חדר שינה, עם אגס קריאה ליד המיטה.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משיכות חבל ACE40320303W באסלה ובמקלחת בכל חדרי הרחצה, בגובה 1.85 מ'.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קומת קרקע: קבלה עם עמדת אחות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עמדת אחות עם טלפון Grandstream אנדרואיד (PoE ישירות למתג): אזעקה באדום, נוכחות בירוק, רופא בכחול ושיחה קולית בכתום. מאחור, הארון עם שרת Buslogic Premium ומתג PoE D-Link. פריסה מוצעת: תעודכן לפי תוכנית הקרקע של האדריכל.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טופולוגיה: מהדירה לעמדת האחות</a:t>
            </a:r>
            <a:endParaRPr lang="en-US" sz="3000" dirty="0"/>
          </a:p>
        </p:txBody>
      </p:sp>
      <p:pic>
        <p:nvPicPr>
          <p:cNvPr id="3" name="topologia" descr="/home/claude/mig2/dist/HE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הדייר קורא מהטאבלט, מהפנל או ממשיכת החבל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רדיאלי עד ה-LCom של הדירה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← LCom ← BoxCom בתקרה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← מתג PoE D-Link בארון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מתגים דרך העמוד ← שרת Buslogic בקרקע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טלפון העמדה (PoE) מציג כל קריאה בצבע שלה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חיווט בתלת-ממד והבניין</a:t>
            </a:r>
            <a:endParaRPr lang="en-US" sz="3000" dirty="0"/>
          </a:p>
        </p:txBody>
      </p:sp>
      <p:pic>
        <p:nvPicPr>
          <p:cNvPr id="3" name="render cableado" descr="/home/claude/mig2/dist/HE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HE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רדיאלי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כל התקן בדירה ל-LCom שלה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בשרשרת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← x04 ← שירותים ציבוריים · x02 ←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רשת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← מתג ← עמוד ← שרת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רשימת חומרים – כל הבניין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התקן Advantecnia / ACE BG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כמות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טאבלט בכניסה (iPad / אנדרואיד)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פנל קולי עם לחצנים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משיכת חבל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מנורת מסדרון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(תקרה)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מתג PoE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שרת Buslogic Premium · טלפון Grandstream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כבל (8 קומות + קרקע + 15%)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מטרים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רדיאלי (ירוק)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שרשרת LCom (כתום)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rtl="1"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רשת + עמוד (אדום)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כמויות ראשוניות: לאמת מול Advantecnia ובאתר.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תוצרי הפרויקט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גיליונות A1: קומה טיפוסית, רינדורים פוטוריאליסטיים, ציוד עם תמונות, סימוני הלקוח, חיווט, דירות, קומת קרקע, תרשים אנכי, חומרים ותלת-ממד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שרטוט CAD של הקומה הטיפוסית והקרקע עם שכבות לפי מערכת; ב-AutoCAD שומרים כ-DWG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מודל BIM של הבניין (קרקע + 8 קומות) ל-Revit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צופה אינטרנטי: ציוד / חיווט, הליכה, «עבור אל…» וכפתור מסמכים לצפייה והורדה של הכול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סרטון סיור עם כיתוביות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מצגת זו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2026-10-20T23:54:28Z</dcterms:created>
  <dcterms:modified xsi:type="dcterms:W3CDTF">2026-10-20T23:54:28Z</dcterms:modified>
</cp:coreProperties>
</file>