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8197d46f-35f7-c2b5-d8b4-3ca5f6b61cdc}">
          <p14:sldIdLst>
            <p14:sldId id="256"/>
            <p14:sldId id="257"/>
          </p14:sldIdLst>
        </p14:section>
        <p14:section name="Planos 2D" id="{530c7fac-3b33-0bbd-f2aa-5c3554eb79d8}">
          <p14:sldIdLst>
            <p14:sldId id="258"/>
            <p14:sldId id="259"/>
          </p14:sldIdLst>
        </p14:section>
        <p14:section name="Departamentos" id="{d9e3965e-a525-f3c9-dddf-b19b1b8ad49d}">
          <p14:sldIdLst>
            <p14:sldId id="260"/>
            <p14:sldId id="261"/>
          </p14:sldIdLst>
        </p14:section>
        <p14:section name="Planta baja" id="{dda530c7-efe0-0af1-3931-10a7edf3cd1e}">
          <p14:sldIdLst>
            <p14:sldId id="262"/>
          </p14:sldIdLst>
        </p14:section>
        <p14:section name="Sistema" id="{15ff9594-a04a-a005-9d26-63a0193139de}">
          <p14:sldIdLst>
            <p14:sldId id="263"/>
            <p14:sldId id="264"/>
            <p14:sldId id="265"/>
          </p14:sldIdLst>
        </p14:section>
        <p14:section name="Entregables" id="{3492f7d2-f935-0af7-14e2-51b4a15fc46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dist/EN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N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dist/EN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N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dist/EN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N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at reception with Android desk phone ACE52190200. Behind it, the office with server ACE51010103. 2 public toilets with pull-cord and corridor light.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floor rack Buscomm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→ floor PoE switch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Voice call on the desk Android phone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1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Server ACE51010103 · Android phone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1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1880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A1 sheets: typical floor,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2026-10-15T12:35:58Z</dcterms:created>
  <dcterms:modified xsi:type="dcterms:W3CDTF">2026-10-15T12:35:58Z</dcterms:modified>
</cp:coreProperties>
</file>