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50563727-7c65-3e2f-7640-6609a1259db8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573eed86-d39a-16c0-9a1d-387174210947}">
          <p14:sldIdLst>
            <p14:sldId id="261"/>
            <p14:sldId id="262"/>
          </p14:sldIdLst>
        </p14:section>
        <p14:section name="Departamentos" id="{ce16d875-d7ac-8ad7-a36e-c3e22207022d}">
          <p14:sldIdLst>
            <p14:sldId id="263"/>
            <p14:sldId id="264"/>
          </p14:sldIdLst>
        </p14:section>
        <p14:section name="Planta baja" id="{586a8c26-50da-b166-d5bf-e863fe5b5456}">
          <p14:sldIdLst>
            <p14:sldId id="265"/>
          </p14:sldIdLst>
        </p14:section>
        <p14:section name="Sistema" id="{9e817e0d-268f-2803-2586-591602f36999}">
          <p14:sldIdLst>
            <p14:sldId id="266"/>
            <p14:sldId id="267"/>
            <p14:sldId id="268"/>
          </p14:sldIdLst>
        </p14:section>
        <p14:section name="Entregables" id="{f5d4d18d-9fdf-45da-a16f-baf58bc2cac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Reference photos from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Pull-cord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Door tablet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1.40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Corridor light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public toilets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Voice panel with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living room and bedrooms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 unit, hubs and desk phone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Devices → LCom (radial) → BoxCom (bus) → PoE switch → server · the phone goes straight to the PoE switch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Desk phone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Server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GF rack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24-port PoE switch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racks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ceiling of each apt.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ceiling, joins several apts.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Desk phone: which colour shows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 (pull-cord / SOS) → red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once: presence → green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again → cancels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Blue: doctor call → blue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Voice call → yellow / orange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Photorealistic renders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Real bounced light (Cycles): living room, bedroom, bathrooms, common room and nurse desk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with Grandstream Android phone (PoE straight to the switch): alarm in red, presence in green, doctor in blue and voice in orange. Behind it, the rack with the Buslogic Premium server and D-Link PoE switch.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on the ceiling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D-Link PoE switch in the rack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Buslogic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desk phone (PoE) shows each call in its colour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(ceiling)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Buslogic Premium server · Grandstream phone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A1 sheets: typical floor, photorealistic renders, devices with photos, client marks,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2026-10-21T09:55:51Z</dcterms:created>
  <dcterms:modified xsi:type="dcterms:W3CDTF">2026-10-21T09:55:51Z</dcterms:modified>
</cp:coreProperties>
</file>