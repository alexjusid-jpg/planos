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76dde539-9d68-41e9-c544-4d11245c7102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370755f3-a38d-6641-6aaa-193a4c172105}">
          <p14:sldIdLst>
            <p14:sldId id="261"/>
            <p14:sldId id="262"/>
          </p14:sldIdLst>
        </p14:section>
        <p14:section name="Departamentos" id="{c5bd2ce0-f258-21d9-bd91-faf136b0322a}">
          <p14:sldIdLst>
            <p14:sldId id="263"/>
            <p14:sldId id="264"/>
          </p14:sldIdLst>
        </p14:section>
        <p14:section name="Planta baja" id="{f0200483-b2ed-4d35-7b25-d96c68163962}">
          <p14:sldIdLst>
            <p14:sldId id="265"/>
          </p14:sldIdLst>
        </p14:section>
        <p14:section name="Sistema" id="{7a3a8737-217c-c217-a566-6836731004f9}">
          <p14:sldIdLst>
            <p14:sldId id="266"/>
            <p14:sldId id="267"/>
            <p14:sldId id="268"/>
          </p14:sldIdLst>
        </p14:section>
        <p14:section name="Entregables" id="{18d5150b-ba00-2ea0-36da-5dc44f54e38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Assisted living · Ground floor + 8 floors · 32 apartments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 BG · Advantecnia nurse call on the building's real plan</a:t>
            </a:r>
            <a:endParaRPr lang="en-US" sz="1600" dirty="0"/>
          </a:p>
        </p:txBody>
      </p:sp>
      <p:pic>
        <p:nvPicPr>
          <p:cNvPr id="4" name="render portada" descr="/home/claude/mig2/dist/EN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October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project in figures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identical floors: 2 one-bedroom and 2 two-bedroom apartments per floor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apartments (4 per floor)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voice panels with buttons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pull-cords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public toilets with pull-cord and corridor light</a:t>
            </a:r>
            <a:endParaRPr lang="en-US" sz="1400" dirty="0"/>
          </a:p>
        </p:txBody>
      </p:sp>
      <p:pic>
        <p:nvPicPr>
          <p:cNvPr id="16" name="planta miniatura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devices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Reference photos from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Pull-cord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Door tablet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1.40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Corridor light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public toilets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Voice panel with buttons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living room and bedrooms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 unit, hubs and desk phone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Devices → LCom (radial) → BoxCom (bus) → PoE switch → server · the phone goes straight to the PoE switch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Desk phone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Server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GF rack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24-port PoE switch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racks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ceiling of each apt.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ceiling, joins several apts.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Desk phone: which colour shows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 (pull-cord / SOS) → red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once: presence → green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again → cancels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Blue: doctor call → blue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Voice call → yellow / orange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Photorealistic renders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Real bounced light (Cycles): living room, bedroom, bathrooms, common room and nurse desk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bath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F1–F8 – nurse call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architectural plan L5: tablet at the door, voice panel in living room and bedrooms, pull-cords in every bathroom</a:t>
            </a:r>
            <a:endParaRPr lang="en-US" sz="1500" dirty="0"/>
          </a:p>
        </p:txBody>
      </p:sp>
      <p:pic>
        <p:nvPicPr>
          <p:cNvPr id="4" name="planta equipamiento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– wiring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Green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Orange · LCom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Red · network and riser</a:t>
            </a:r>
            <a:endParaRPr lang="en-US" sz="1300" dirty="0"/>
          </a:p>
        </p:txBody>
      </p:sp>
      <p:pic>
        <p:nvPicPr>
          <p:cNvPr id="9" name="planta cableado" descr="/home/claude/mig2/dist/EN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At the door and in the living room</a:t>
            </a:r>
            <a:endParaRPr lang="en-US" sz="3000" dirty="0"/>
          </a:p>
        </p:txBody>
      </p:sp>
      <p:pic>
        <p:nvPicPr>
          <p:cNvPr id="3" name="render tablet" descr="/home/claude/mig2/blender/out/r_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blender/out/r_liv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at the door of each apartment (iPad / Android, 1.40 m): call and talk to the nurse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Voice call panel with buttons ACE82182451 in the living room (1.30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in the hall ceiling: hub for the whole apartment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x01 and x02: 1 bedroom, living room with kitchen and 2 bathrooms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x03 and x04: 2 bedrooms and 2 bathrooms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Bedrooms and bathrooms</a:t>
            </a:r>
            <a:endParaRPr lang="en-US" sz="3000" dirty="0"/>
          </a:p>
        </p:txBody>
      </p:sp>
      <p:pic>
        <p:nvPicPr>
          <p:cNvPr id="3" name="render dormitorio" descr="/home/claude/mig2/blender/out/r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blender/out/r_bat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Voice panel with buttons in each bedroom, with a call pear next to the bed.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Pull-cords ACE40320303W at the toilet and shower of every bathroom, at 1.85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Ground floor: reception with nurse desk</a:t>
            </a:r>
            <a:endParaRPr lang="en-US" sz="3000" dirty="0"/>
          </a:p>
        </p:txBody>
      </p:sp>
      <p:pic>
        <p:nvPicPr>
          <p:cNvPr id="3" name="render PB" descr="/home/claude/mig2/blender/out/r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blender/out/r_des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Nurse desk with Grandstream Android phone (PoE straight to the switch): alarm in red, presence in green, doctor in blue and voice in orange. Behind it, the rack with the Buslogic Premium server and D-Link PoE switch. Proposed layout: to be adjusted with the architect's GF plan.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Topology: from the apartment to the nurse desk</a:t>
            </a:r>
            <a:endParaRPr lang="en-US" sz="3000" dirty="0"/>
          </a:p>
        </p:txBody>
      </p:sp>
      <p:pic>
        <p:nvPicPr>
          <p:cNvPr id="3" name="topologia" descr="/home/claude/mig2/dist/EN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resident calls from the tablet, the panel or the pull-cord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to the apartment LCom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on the ceiling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D-Link PoE switch in the rack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via the riser → Buslogic GF server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desk phone (PoE) shows each call in its colour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3D wiring and building</a:t>
            </a:r>
            <a:endParaRPr lang="en-US" sz="3000" dirty="0"/>
          </a:p>
        </p:txBody>
      </p:sp>
      <p:pic>
        <p:nvPicPr>
          <p:cNvPr id="3" name="render cableado" descr="/home/claude/mig2/dist/EN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N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apartment device to its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chained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public toilet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network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riser → server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 of materials – whole building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Advantecnia / ACE BG device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Qty.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Door tablet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Voice panel with buttons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Pull-cord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Corridor light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(ceiling)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PoE switch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Buslogic Premium server · Grandstream phone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floors + GF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(green)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LCom chain (orange)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network + riser (red)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Preliminary quantities: validate with Advantecnia and on site.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 deliverables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A1 sheets: typical floor, photorealistic renders, devices with photos, client marks, wiring, apartments, ground floor, riser diagram, materials and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 drawing of the typical floor and GF with layers per system; save as DWG in AutoCAD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BIM model of the building (GF + 8 floors) for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Web viewer: equipment / wiring, Walk, Go to… and a Documents button to view and download everything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 video with captions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presentation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2026-10-21T13:42:40Z</dcterms:created>
  <dcterms:modified xsi:type="dcterms:W3CDTF">2026-10-21T13:42:40Z</dcterms:modified>
</cp:coreProperties>
</file>