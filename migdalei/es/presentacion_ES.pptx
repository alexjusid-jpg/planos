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1d531390-7b73-2e52-7d45-5c799ff5964c}">
          <p14:sldIdLst>
            <p14:sldId id="256"/>
            <p14:sldId id="257"/>
            <p14:sldId id="258"/>
            <p14:sldId id="259"/>
          </p14:sldIdLst>
        </p14:section>
        <p14:section name="Planos 2D" id="{ea28d252-4dda-2569-7922-a7fd25acac11}">
          <p14:sldIdLst>
            <p14:sldId id="260"/>
            <p14:sldId id="261"/>
          </p14:sldIdLst>
        </p14:section>
        <p14:section name="Departamentos" id="{7d0caa6b-9256-1121-dafc-c032f5e0448d}">
          <p14:sldIdLst>
            <p14:sldId id="262"/>
            <p14:sldId id="263"/>
          </p14:sldIdLst>
        </p14:section>
        <p14:section name="Planta baja" id="{d13e3c8f-3e02-e066-f0f3-5f0c9bb79e19}">
          <p14:sldIdLst>
            <p14:sldId id="264"/>
          </p14:sldIdLst>
        </p14:section>
        <p14:section name="Sistema" id="{172c0abd-d806-347b-17b3-98a06e0561a9}">
          <p14:sldIdLst>
            <p14:sldId id="265"/>
            <p14:sldId id="266"/>
            <p14:sldId id="267"/>
          </p14:sldIdLst>
        </p14:section>
        <p14:section name="Entregables" id="{007d2d57-c5ac-aa3a-9696-5a22f2dd1ab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dist/ES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S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dist/ES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S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dist/ES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S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3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láminas A1: piso tipo,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2026-10-15T19:13:14Z</dcterms:created>
  <dcterms:modified xsi:type="dcterms:W3CDTF">2026-10-15T19:13:14Z</dcterms:modified>
</cp:coreProperties>
</file>