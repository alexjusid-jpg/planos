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f8307975-971e-88b7-86db-03d7eeae751b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7511706a-fa8a-38da-85ba-cec81349c480}">
          <p14:sldIdLst>
            <p14:sldId id="261"/>
            <p14:sldId id="262"/>
          </p14:sldIdLst>
        </p14:section>
        <p14:section name="Departamentos" id="{c4a08253-bf19-b3af-0c91-8fd41dff8d71}">
          <p14:sldIdLst>
            <p14:sldId id="263"/>
            <p14:sldId id="264"/>
          </p14:sldIdLst>
        </p14:section>
        <p14:section name="Planta baja" id="{67243a75-5038-2a07-b4a7-8f4b2ff4213e}">
          <p14:sldIdLst>
            <p14:sldId id="265"/>
          </p14:sldIdLst>
        </p14:section>
        <p14:section name="Sistema" id="{30988bff-c9d5-65f4-40d9-d9fb77f14183}">
          <p14:sldIdLst>
            <p14:sldId id="266"/>
            <p14:sldId id="267"/>
            <p14:sldId id="268"/>
          </p14:sldIdLst>
        </p14:section>
        <p14:section name="Entregables" id="{1648d489-ac22-9dac-6df3-4a0881f121c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Renders fotorrealistas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Luz real con rebotes (Cycles): salón, dormitorio, baños, sala común y desk de enfermería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láminas A1: piso tipo, renders fotorrealistas,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2026-10-21T09:54:13Z</dcterms:created>
  <dcterms:modified xsi:type="dcterms:W3CDTF">2026-10-21T09:54:13Z</dcterms:modified>
</cp:coreProperties>
</file>