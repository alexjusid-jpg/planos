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c9347cff-32a2-4c0d-08ab-3b2566dfc9e1}">
          <p14:sldIdLst>
            <p14:sldId id="256"/>
            <p14:sldId id="257"/>
            <p14:sldId id="258"/>
          </p14:sldIdLst>
        </p14:section>
        <p14:section name="Planos 2D" id="{c8c500f1-f50a-4c34-d3b6-22bb07e6f8e0}">
          <p14:sldIdLst>
            <p14:sldId id="259"/>
            <p14:sldId id="260"/>
          </p14:sldIdLst>
        </p14:section>
        <p14:section name="Departamentos" id="{29e68d09-5345-c4c8-7771-1f1025a0e366}">
          <p14:sldIdLst>
            <p14:sldId id="261"/>
            <p14:sldId id="262"/>
          </p14:sldIdLst>
        </p14:section>
        <p14:section name="Planta baja" id="{c7770215-42fe-533f-eba4-cbece68c60c0}">
          <p14:sldIdLst>
            <p14:sldId id="263"/>
          </p14:sldIdLst>
        </p14:section>
        <p14:section name="Sistema" id="{06b99d88-4daf-5448-c0fa-2e898a8715ee}">
          <p14:sldIdLst>
            <p14:sldId id="264"/>
            <p14:sldId id="265"/>
            <p14:sldId id="266"/>
          </p14:sldIdLst>
        </p14:section>
        <p14:section name="Entregables" id="{eede78bb-ba17-eac6-3537-f9351803764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dist/ES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S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dist/ES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S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dist/ES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S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en la recepción con teléfono de escritorio Android ACE52190200. Detrás, la oficina con el servidor ACE51010103. 2 baños públicos con tirador y luz de pasillo.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Buscomm del gabinete del piso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→ switch PoE del piso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Llamada de voz en el teléfono Android del desk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2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ACE51010103 · Teléfono Android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láminas A1: piso tipo,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2026-10-15T15:54:31Z</dcterms:created>
  <dcterms:modified xsi:type="dcterms:W3CDTF">2026-10-15T15:54:31Z</dcterms:modified>
</cp:coreProperties>
</file>