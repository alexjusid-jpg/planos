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52c983d7-c817-5e21-75f6-71de3f4e8056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94b6aea4-c6fe-ca13-43f5-23e4801dc863}">
          <p14:sldIdLst>
            <p14:sldId id="261"/>
            <p14:sldId id="262"/>
          </p14:sldIdLst>
        </p14:section>
        <p14:section name="Departamentos" id="{e6480a43-e8cc-3f81-6d0b-640c3d99520c}">
          <p14:sldIdLst>
            <p14:sldId id="263"/>
            <p14:sldId id="264"/>
          </p14:sldIdLst>
        </p14:section>
        <p14:section name="Planta baja" id="{982e34cd-cc94-d8ec-46e0-54f6e1df602b}">
          <p14:sldIdLst>
            <p14:sldId id="265"/>
          </p14:sldIdLst>
        </p14:section>
        <p14:section name="Sistema" id="{4fe1b0fd-4e77-06fd-bd96-3f51cc2ba127}">
          <p14:sldIdLst>
            <p14:sldId id="266"/>
            <p14:sldId id="267"/>
            <p14:sldId id="268"/>
          </p14:sldIdLst>
        </p14:section>
        <p14:section name="Entregables" id="{ce97015a-42bc-c230-9349-aae0d854fbd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Renders fotorrealistas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Luz real con rebotes (Cycles): salón, dormitorio, baño, entrada, sala común y desk de enfermería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t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dist/ES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S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dist/ES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S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dist/ES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S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láminas A1: piso tipo, renders fotorrealistas,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2026-10-20T22:59:53Z</dcterms:created>
  <dcterms:modified xsi:type="dcterms:W3CDTF">2026-10-20T22:59:53Z</dcterms:modified>
</cp:coreProperties>
</file>