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3ab51377-7a9d-08af-d3ca-ecfb201fb6b1}">
          <p14:sldIdLst>
            <p14:sldId id="256"/>
            <p14:sldId id="257"/>
            <p14:sldId id="258"/>
            <p14:sldId id="259"/>
          </p14:sldIdLst>
        </p14:section>
        <p14:section name="Planos 2D" id="{61f786f9-dc9a-41b3-0cec-8e293cc82e4e}">
          <p14:sldIdLst>
            <p14:sldId id="260"/>
            <p14:sldId id="261"/>
          </p14:sldIdLst>
        </p14:section>
        <p14:section name="Departamentos" id="{0c6a3650-bd1c-c0ed-6eb7-f89b910943d6}">
          <p14:sldIdLst>
            <p14:sldId id="262"/>
            <p14:sldId id="263"/>
          </p14:sldIdLst>
        </p14:section>
        <p14:section name="Planta baja" id="{82fd4846-ccff-f085-7e18-9a086a9d983c}">
          <p14:sldIdLst>
            <p14:sldId id="264"/>
          </p14:sldIdLst>
        </p14:section>
        <p14:section name="Sistema" id="{23398a1b-1541-d5aa-dba5-aaa51e8ee092}">
          <p14:sldIdLst>
            <p14:sldId id="265"/>
            <p14:sldId id="266"/>
            <p14:sldId id="267"/>
          </p14:sldIdLst>
        </p14:section>
        <p14:section name="Entregables" id="{950bf38c-266e-9a4a-ae5a-1c1bbd73116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Vivienda tutelada · Planta baja + 8 pisos · 32 departamentos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Llamada de enfermería ACE BG · Advantecnia sobre el plano real del edificio</a:t>
            </a:r>
            <a:endParaRPr lang="en-US" sz="1600" dirty="0"/>
          </a:p>
        </p:txBody>
      </p:sp>
      <p:pic>
        <p:nvPicPr>
          <p:cNvPr id="4" name="render portada" descr="/home/claude/mig2/dist/ES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Octubre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proyecto en cifras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pisos iguales: 2 departamentos de 1 habitación y 2 de 2 habitaciones por piso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departamentos (4 por piso)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paneles con voz y botones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tiradores de baño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baños públicos con tirador y luz de pasillo</a:t>
            </a:r>
            <a:endParaRPr lang="en-US" sz="1400" dirty="0"/>
          </a:p>
        </p:txBody>
      </p:sp>
      <p:pic>
        <p:nvPicPr>
          <p:cNvPr id="16" name="planta miniatura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de referencia de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Tirador de baño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1,85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Tablet en la puerta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1,40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Luz de pasillo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baños públicos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Panel con voz y botones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salón y dormitorios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Central, concentradores y teléfono del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Equipos → LCom (radial) → BoxCom (bus) → switch PoE → servidor · el teléfono va directo al switch 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Teléfono del desk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Servidor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gabinete PB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Switch PoE 24 puertos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gabinetes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techo de cada depto.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techo, une varios deptos.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Teléfono del desk: qué color se ve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Alarma (tirador / SOS) → rojo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1 vez: presencia → verde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otra vez → cancela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Azul: llamada de médico → azul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Llamada de voz → amarillo / naranja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P1–P8 – llamada de enfermería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Sobre el plano de arquitectura L5: tablet en la puerta, panel con voz en salón y dormitorios, tiradores en todos los baños</a:t>
            </a:r>
            <a:endParaRPr lang="en-US" sz="1500" dirty="0"/>
          </a:p>
        </p:txBody>
      </p:sp>
      <p:pic>
        <p:nvPicPr>
          <p:cNvPr id="4" name="planta equipamiento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– cableado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Naranja · cadena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Rojo · red y montante</a:t>
            </a:r>
            <a:endParaRPr lang="en-US" sz="1300" dirty="0"/>
          </a:p>
        </p:txBody>
      </p:sp>
      <p:pic>
        <p:nvPicPr>
          <p:cNvPr id="9" name="planta cableado" descr="/home/claude/mig2/dist/ES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la puerta y en el salón</a:t>
            </a:r>
            <a:endParaRPr lang="en-US" sz="3000" dirty="0"/>
          </a:p>
        </p:txBody>
      </p:sp>
      <p:pic>
        <p:nvPicPr>
          <p:cNvPr id="3" name="render tablet" descr="/home/claude/mig2/dist/ES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S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en la puerta de cada departamento (iPad / Android, 1,40 m): llamar y hablar con enfermería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llamada con voz y botones ACE82182451 en el salón (1,30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en el cielorraso del hall: concentra todo el departamento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x01 y x02: 1 habitación, salón con cocina y 2 baños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x03 y x04: 2 habitaciones y 2 baños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Dormitorios y baños</a:t>
            </a:r>
            <a:endParaRPr lang="en-US" sz="3000" dirty="0"/>
          </a:p>
        </p:txBody>
      </p:sp>
      <p:pic>
        <p:nvPicPr>
          <p:cNvPr id="3" name="render dormitorio" descr="/home/claude/mig2/dist/ES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S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Panel con voz y botones en cada dormitorio, con pera de llamada junto a la cama.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Tiradores ACE40320303W en el inodoro y en la ducha de todos los baños, a 1,85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Planta baja: recepción con desk de enfermería</a:t>
            </a:r>
            <a:endParaRPr lang="en-US" sz="3000" dirty="0"/>
          </a:p>
        </p:txBody>
      </p:sp>
      <p:pic>
        <p:nvPicPr>
          <p:cNvPr id="3" name="render PB" descr="/home/claude/mig2/dist/ES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S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Desk de enfermería con teléfono Grandstream Android (PoE directo al switch): alarma en rojo, presencia en verde, médico en azul y voz en naranja. Detrás, el gabinete con servidor Buslogic Premium y switch PoE D-Link. Distribución propuesta: se ajusta con el plano de PB del arquitecto.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Topología: del departamento al desk de enfermería</a:t>
            </a:r>
            <a:endParaRPr lang="en-US" sz="3000" dirty="0"/>
          </a:p>
        </p:txBody>
      </p:sp>
      <p:pic>
        <p:nvPicPr>
          <p:cNvPr id="3" name="topologia" descr="/home/claude/mig2/dist/ES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residente llama desde la tablet, el panel o el tirador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hasta el LCom del departamento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en el techo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switch PoE D-Link del gabinete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por el montante → servidor Buslogic PB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teléfono del desk (PoE) muestra cada llamada con su color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Cableado en 3D y edificio</a:t>
            </a:r>
            <a:endParaRPr lang="en-US" sz="3000" dirty="0"/>
          </a:p>
        </p:txBody>
      </p:sp>
      <p:pic>
        <p:nvPicPr>
          <p:cNvPr id="3" name="render cableado" descr="/home/claude/mig2/dist/ES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S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equipo del departamento a su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en cadena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baño público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red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montante →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Lista de materiales – edificio completo</a:t>
            </a:r>
            <a:endParaRPr lang="en-US" sz="3000" dirty="0"/>
          </a:p>
        </p:txBody>
      </p:sp>
      <p:graphicFrame>
        <p:nvGraphicFramePr>
          <p:cNvPr id="13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Equipo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Cant.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Tablet de la puerta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Panel con voz y botones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Tirador de baño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Luz de pasillo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(techo)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Switch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Servidor Buslogic Premium · Teléfono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pisos + PB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(verde)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cadena LCom (naranja)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red + montante (rojo)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Cantidades de anteproyecto: validar con Advantecnia y en obra.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Entregables del proyecto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láminas A1: piso tipo, equipos con fotos, marcas del cliente, cableado, departamentos, planta baja, esquema vertical, materiales y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Plano CAD del piso tipo y PB con capas por sistema; en AutoCAD se guarda como 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BIM del edificio (PB + 8 pisos) para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Visor web: equipamiento / cableado, Caminar, Ir a… y botón Documentos para ver y bajar todo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 del recorrido con leyendas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Esta presentación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2026-10-20T17:03:19Z</dcterms:created>
  <dcterms:modified xsi:type="dcterms:W3CDTF">2026-10-20T17:03:19Z</dcterms:modified>
</cp:coreProperties>
</file>