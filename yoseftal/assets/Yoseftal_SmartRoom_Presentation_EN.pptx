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Advantecnia and Orad, and what we present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manufacturer: experience, international presence and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Smart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systems – walk through the numbers on the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AdvantCare – the heart of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Software: nurse station, app and wall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AdvantSOS and indicator lights.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CarePad – tablet for patient and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AdvantSense – contactless monitoring. Reduction in falls and pressure ulcers.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AdvantControl and AdvantTrack.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product lines – the full potential.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2: the Yoseftal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 plan and device 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install in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AdvantCare – later more modules on the same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Advantecnia: five reasons to choose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ask for approval to proceed and set the site survey date.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(optional): QR to the plans, model and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lexjusid-jpg.github.io/planos/yoseftal/en/" TargetMode="External"/><Relationship Id="rId4" Type="http://schemas.openxmlformats.org/officeDocument/2006/relationships/hyperlink" Target="https://alexjusid-jpg.github.io/planos/yoseftal/en/" TargetMode="External"/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lexjusid-jpg.github.io/planos/yoseftal/en/" TargetMode="External"/><Relationship Id="rId5" Type="http://schemas.openxmlformats.org/officeDocument/2006/relationships/hyperlink" Target="https://alexjusid-jpg.github.io/planos/yoseftal/en/" TargetMode="External"/><Relationship Id="rId6" Type="http://schemas.openxmlformats.org/officeDocument/2006/relationships/hyperlink" Target="https://alexjusid-jpg.github.io/planos/yoseftal/en/" TargetMode="External"/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4" Type="http://schemas.openxmlformats.org/officeDocument/2006/relationships/image" Target="../media/image-19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ng/en/s13_btn.png">
            <a:hlinkClick r:id="rId3" tooltip="Smart Room – Yoseftal Medical Center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885825"/>
            <a:ext cx="2238375" cy="3429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96050" y="885825"/>
            <a:ext cx="1781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Smart Room – Yoseftal Medical Cen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plans &amp; 3D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ng/en/s19_link.png">
            <a:hlinkClick r:id="rId3" tooltip="Smart Room – Yoseftal Medical Center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3402211"/>
            <a:ext cx="2762250" cy="847725"/>
          </a:xfrm>
          <a:prstGeom prst="rect">
            <a:avLst/>
          </a:prstGeom>
        </p:spPr>
      </p:pic>
      <p:pic>
        <p:nvPicPr>
          <p:cNvPr id="4" name="Image 2" descr="png/en/s19_btn.png">
            <a:hlinkClick r:id="rId5" tooltip="Smart Room – Yoseftal Medical Cente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75" y="4335661"/>
            <a:ext cx="2762250" cy="36195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972175" y="4335661"/>
            <a:ext cx="228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Smart Room – Yoseftal Medical Cen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plans &amp; 3D model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Room – Yoseftal Medical Center</dc:title>
  <dc:subject>PptxGenJS Presentation</dc:subject>
  <dc:creator>Orad · Advantecnia</dc:creator>
  <cp:lastModifiedBy>Orad · Advantecnia</cp:lastModifiedBy>
  <cp:revision>1</cp:revision>
  <dcterms:created xsi:type="dcterms:W3CDTF">2026-10-21T19:38:17Z</dcterms:created>
  <dcterms:modified xsi:type="dcterms:W3CDTF">2026-10-21T19:38:17Z</dcterms:modified>
</cp:coreProperties>
</file>